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CE6C8F-1117-4B8B-A6D9-82123F82ACCA}" v="23" dt="2026-10-09T08:34:05.9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us Eduardo Villarreal Lopez" userId="c4dee71d7ed1eb48" providerId="LiveId" clId="{78A6032C-B284-4453-A12D-5D535CC033D4}"/>
    <pc:docChg chg="modSld">
      <pc:chgData name="Jesus Eduardo Villarreal Lopez" userId="c4dee71d7ed1eb48" providerId="LiveId" clId="{78A6032C-B284-4453-A12D-5D535CC033D4}" dt="2026-10-09T08:34:05.908" v="21"/>
      <pc:docMkLst>
        <pc:docMk/>
      </pc:docMkLst>
      <pc:sldChg chg="modSp">
        <pc:chgData name="Jesus Eduardo Villarreal Lopez" userId="c4dee71d7ed1eb48" providerId="LiveId" clId="{78A6032C-B284-4453-A12D-5D535CC033D4}" dt="2026-10-09T08:23:07.889" v="1"/>
        <pc:sldMkLst>
          <pc:docMk/>
          <pc:sldMk cId="513938412" sldId="258"/>
        </pc:sldMkLst>
        <pc:spChg chg="mod">
          <ac:chgData name="Jesus Eduardo Villarreal Lopez" userId="c4dee71d7ed1eb48" providerId="LiveId" clId="{78A6032C-B284-4453-A12D-5D535CC033D4}" dt="2026-10-09T08:23:07.889" v="1"/>
          <ac:spMkLst>
            <pc:docMk/>
            <pc:sldMk cId="513938412" sldId="258"/>
            <ac:spMk id="2" creationId="{B794EB56-16A0-E860-C468-48FD1CB70526}"/>
          </ac:spMkLst>
        </pc:spChg>
        <pc:spChg chg="mod">
          <ac:chgData name="Jesus Eduardo Villarreal Lopez" userId="c4dee71d7ed1eb48" providerId="LiveId" clId="{78A6032C-B284-4453-A12D-5D535CC033D4}" dt="2026-10-09T08:23:02.201" v="0"/>
          <ac:spMkLst>
            <pc:docMk/>
            <pc:sldMk cId="513938412" sldId="258"/>
            <ac:spMk id="3" creationId="{260C6CCB-9A1F-6BF0-1B25-E9C0F1E0FCBF}"/>
          </ac:spMkLst>
        </pc:spChg>
      </pc:sldChg>
      <pc:sldChg chg="modSp">
        <pc:chgData name="Jesus Eduardo Villarreal Lopez" userId="c4dee71d7ed1eb48" providerId="LiveId" clId="{78A6032C-B284-4453-A12D-5D535CC033D4}" dt="2026-10-09T08:24:27.646" v="3"/>
        <pc:sldMkLst>
          <pc:docMk/>
          <pc:sldMk cId="4020796715" sldId="259"/>
        </pc:sldMkLst>
        <pc:spChg chg="mod">
          <ac:chgData name="Jesus Eduardo Villarreal Lopez" userId="c4dee71d7ed1eb48" providerId="LiveId" clId="{78A6032C-B284-4453-A12D-5D535CC033D4}" dt="2026-10-09T08:24:27.646" v="3"/>
          <ac:spMkLst>
            <pc:docMk/>
            <pc:sldMk cId="4020796715" sldId="259"/>
            <ac:spMk id="3" creationId="{8AFDEAC6-8C97-3A06-F3EE-E35940E98237}"/>
          </ac:spMkLst>
        </pc:spChg>
      </pc:sldChg>
      <pc:sldChg chg="modSp">
        <pc:chgData name="Jesus Eduardo Villarreal Lopez" userId="c4dee71d7ed1eb48" providerId="LiveId" clId="{78A6032C-B284-4453-A12D-5D535CC033D4}" dt="2026-10-09T08:27:14.064" v="7"/>
        <pc:sldMkLst>
          <pc:docMk/>
          <pc:sldMk cId="2688735627" sldId="260"/>
        </pc:sldMkLst>
        <pc:spChg chg="mod">
          <ac:chgData name="Jesus Eduardo Villarreal Lopez" userId="c4dee71d7ed1eb48" providerId="LiveId" clId="{78A6032C-B284-4453-A12D-5D535CC033D4}" dt="2026-10-09T08:25:37.911" v="5"/>
          <ac:spMkLst>
            <pc:docMk/>
            <pc:sldMk cId="2688735627" sldId="260"/>
            <ac:spMk id="2" creationId="{D3CFA7DD-5365-2855-0084-4F4B0FF8FD05}"/>
          </ac:spMkLst>
        </pc:spChg>
        <pc:spChg chg="mod">
          <ac:chgData name="Jesus Eduardo Villarreal Lopez" userId="c4dee71d7ed1eb48" providerId="LiveId" clId="{78A6032C-B284-4453-A12D-5D535CC033D4}" dt="2026-10-09T08:27:14.064" v="7"/>
          <ac:spMkLst>
            <pc:docMk/>
            <pc:sldMk cId="2688735627" sldId="260"/>
            <ac:spMk id="3" creationId="{99C2DFC6-4893-DA96-4988-5CE098E98140}"/>
          </ac:spMkLst>
        </pc:spChg>
      </pc:sldChg>
      <pc:sldChg chg="modSp">
        <pc:chgData name="Jesus Eduardo Villarreal Lopez" userId="c4dee71d7ed1eb48" providerId="LiveId" clId="{78A6032C-B284-4453-A12D-5D535CC033D4}" dt="2026-10-09T08:28:08.945" v="9"/>
        <pc:sldMkLst>
          <pc:docMk/>
          <pc:sldMk cId="3558929728" sldId="261"/>
        </pc:sldMkLst>
        <pc:spChg chg="mod">
          <ac:chgData name="Jesus Eduardo Villarreal Lopez" userId="c4dee71d7ed1eb48" providerId="LiveId" clId="{78A6032C-B284-4453-A12D-5D535CC033D4}" dt="2026-10-09T08:28:08.945" v="9"/>
          <ac:spMkLst>
            <pc:docMk/>
            <pc:sldMk cId="3558929728" sldId="261"/>
            <ac:spMk id="2" creationId="{44E547C9-DCF6-796D-A4CE-A91510E6DA9C}"/>
          </ac:spMkLst>
        </pc:spChg>
        <pc:spChg chg="mod">
          <ac:chgData name="Jesus Eduardo Villarreal Lopez" userId="c4dee71d7ed1eb48" providerId="LiveId" clId="{78A6032C-B284-4453-A12D-5D535CC033D4}" dt="2026-10-09T08:28:04.110" v="8"/>
          <ac:spMkLst>
            <pc:docMk/>
            <pc:sldMk cId="3558929728" sldId="261"/>
            <ac:spMk id="3" creationId="{66D303F5-9AFD-0991-46B0-B34F035A3783}"/>
          </ac:spMkLst>
        </pc:spChg>
      </pc:sldChg>
      <pc:sldChg chg="modSp">
        <pc:chgData name="Jesus Eduardo Villarreal Lopez" userId="c4dee71d7ed1eb48" providerId="LiveId" clId="{78A6032C-B284-4453-A12D-5D535CC033D4}" dt="2026-10-09T08:29:59.490" v="11"/>
        <pc:sldMkLst>
          <pc:docMk/>
          <pc:sldMk cId="41989433" sldId="262"/>
        </pc:sldMkLst>
        <pc:spChg chg="mod">
          <ac:chgData name="Jesus Eduardo Villarreal Lopez" userId="c4dee71d7ed1eb48" providerId="LiveId" clId="{78A6032C-B284-4453-A12D-5D535CC033D4}" dt="2026-10-09T08:29:59.490" v="11"/>
          <ac:spMkLst>
            <pc:docMk/>
            <pc:sldMk cId="41989433" sldId="262"/>
            <ac:spMk id="2" creationId="{42291D74-3132-DCDC-66F1-8C1AE4BB7FA0}"/>
          </ac:spMkLst>
        </pc:spChg>
        <pc:spChg chg="mod">
          <ac:chgData name="Jesus Eduardo Villarreal Lopez" userId="c4dee71d7ed1eb48" providerId="LiveId" clId="{78A6032C-B284-4453-A12D-5D535CC033D4}" dt="2026-10-09T08:29:55.102" v="10"/>
          <ac:spMkLst>
            <pc:docMk/>
            <pc:sldMk cId="41989433" sldId="262"/>
            <ac:spMk id="3" creationId="{2CBBB901-C293-645D-B98F-3DC8CA5AA685}"/>
          </ac:spMkLst>
        </pc:spChg>
      </pc:sldChg>
      <pc:sldChg chg="modSp">
        <pc:chgData name="Jesus Eduardo Villarreal Lopez" userId="c4dee71d7ed1eb48" providerId="LiveId" clId="{78A6032C-B284-4453-A12D-5D535CC033D4}" dt="2026-10-09T08:31:13.546" v="13"/>
        <pc:sldMkLst>
          <pc:docMk/>
          <pc:sldMk cId="4023068356" sldId="263"/>
        </pc:sldMkLst>
        <pc:spChg chg="mod">
          <ac:chgData name="Jesus Eduardo Villarreal Lopez" userId="c4dee71d7ed1eb48" providerId="LiveId" clId="{78A6032C-B284-4453-A12D-5D535CC033D4}" dt="2026-10-09T08:31:13.546" v="13"/>
          <ac:spMkLst>
            <pc:docMk/>
            <pc:sldMk cId="4023068356" sldId="263"/>
            <ac:spMk id="2" creationId="{56E88081-E859-0787-7368-8A5A5273B069}"/>
          </ac:spMkLst>
        </pc:spChg>
        <pc:spChg chg="mod">
          <ac:chgData name="Jesus Eduardo Villarreal Lopez" userId="c4dee71d7ed1eb48" providerId="LiveId" clId="{78A6032C-B284-4453-A12D-5D535CC033D4}" dt="2026-10-09T08:31:09.480" v="12"/>
          <ac:spMkLst>
            <pc:docMk/>
            <pc:sldMk cId="4023068356" sldId="263"/>
            <ac:spMk id="3" creationId="{EFE60EEF-1AD3-BEA9-23C5-058D205148E0}"/>
          </ac:spMkLst>
        </pc:spChg>
      </pc:sldChg>
      <pc:sldChg chg="modSp">
        <pc:chgData name="Jesus Eduardo Villarreal Lopez" userId="c4dee71d7ed1eb48" providerId="LiveId" clId="{78A6032C-B284-4453-A12D-5D535CC033D4}" dt="2026-10-09T08:32:00.836" v="15"/>
        <pc:sldMkLst>
          <pc:docMk/>
          <pc:sldMk cId="4018767958" sldId="264"/>
        </pc:sldMkLst>
        <pc:spChg chg="mod">
          <ac:chgData name="Jesus Eduardo Villarreal Lopez" userId="c4dee71d7ed1eb48" providerId="LiveId" clId="{78A6032C-B284-4453-A12D-5D535CC033D4}" dt="2026-10-09T08:32:00.836" v="15"/>
          <ac:spMkLst>
            <pc:docMk/>
            <pc:sldMk cId="4018767958" sldId="264"/>
            <ac:spMk id="2" creationId="{2A6394D2-F1F1-BF31-F78C-03A2B68CD41E}"/>
          </ac:spMkLst>
        </pc:spChg>
        <pc:spChg chg="mod">
          <ac:chgData name="Jesus Eduardo Villarreal Lopez" userId="c4dee71d7ed1eb48" providerId="LiveId" clId="{78A6032C-B284-4453-A12D-5D535CC033D4}" dt="2026-10-09T08:31:56.576" v="14"/>
          <ac:spMkLst>
            <pc:docMk/>
            <pc:sldMk cId="4018767958" sldId="264"/>
            <ac:spMk id="3" creationId="{AC58D3A5-556D-0D59-32C0-55D3B83DD7C4}"/>
          </ac:spMkLst>
        </pc:spChg>
      </pc:sldChg>
      <pc:sldChg chg="modSp">
        <pc:chgData name="Jesus Eduardo Villarreal Lopez" userId="c4dee71d7ed1eb48" providerId="LiveId" clId="{78A6032C-B284-4453-A12D-5D535CC033D4}" dt="2026-10-09T08:32:57.270" v="17"/>
        <pc:sldMkLst>
          <pc:docMk/>
          <pc:sldMk cId="431498882" sldId="265"/>
        </pc:sldMkLst>
        <pc:spChg chg="mod">
          <ac:chgData name="Jesus Eduardo Villarreal Lopez" userId="c4dee71d7ed1eb48" providerId="LiveId" clId="{78A6032C-B284-4453-A12D-5D535CC033D4}" dt="2026-10-09T08:32:57.270" v="17"/>
          <ac:spMkLst>
            <pc:docMk/>
            <pc:sldMk cId="431498882" sldId="265"/>
            <ac:spMk id="2" creationId="{4B4BFE0A-BE1B-4F05-75E6-E1E9155CDE22}"/>
          </ac:spMkLst>
        </pc:spChg>
        <pc:spChg chg="mod">
          <ac:chgData name="Jesus Eduardo Villarreal Lopez" userId="c4dee71d7ed1eb48" providerId="LiveId" clId="{78A6032C-B284-4453-A12D-5D535CC033D4}" dt="2026-10-09T08:32:53.317" v="16"/>
          <ac:spMkLst>
            <pc:docMk/>
            <pc:sldMk cId="431498882" sldId="265"/>
            <ac:spMk id="3" creationId="{E0208DC3-9049-05A0-1094-9543BAB4C3D8}"/>
          </ac:spMkLst>
        </pc:spChg>
      </pc:sldChg>
      <pc:sldChg chg="modSp">
        <pc:chgData name="Jesus Eduardo Villarreal Lopez" userId="c4dee71d7ed1eb48" providerId="LiveId" clId="{78A6032C-B284-4453-A12D-5D535CC033D4}" dt="2026-10-09T08:33:34.826" v="19"/>
        <pc:sldMkLst>
          <pc:docMk/>
          <pc:sldMk cId="2096287317" sldId="266"/>
        </pc:sldMkLst>
        <pc:spChg chg="mod">
          <ac:chgData name="Jesus Eduardo Villarreal Lopez" userId="c4dee71d7ed1eb48" providerId="LiveId" clId="{78A6032C-B284-4453-A12D-5D535CC033D4}" dt="2026-10-09T08:33:34.826" v="19"/>
          <ac:spMkLst>
            <pc:docMk/>
            <pc:sldMk cId="2096287317" sldId="266"/>
            <ac:spMk id="2" creationId="{37619D41-DC35-8A23-0ADB-FF7BB939DD1B}"/>
          </ac:spMkLst>
        </pc:spChg>
        <pc:spChg chg="mod">
          <ac:chgData name="Jesus Eduardo Villarreal Lopez" userId="c4dee71d7ed1eb48" providerId="LiveId" clId="{78A6032C-B284-4453-A12D-5D535CC033D4}" dt="2026-10-09T08:33:29.959" v="18"/>
          <ac:spMkLst>
            <pc:docMk/>
            <pc:sldMk cId="2096287317" sldId="266"/>
            <ac:spMk id="3" creationId="{090D97C2-2035-5FD7-133E-7A46794EFC52}"/>
          </ac:spMkLst>
        </pc:spChg>
      </pc:sldChg>
      <pc:sldChg chg="modSp">
        <pc:chgData name="Jesus Eduardo Villarreal Lopez" userId="c4dee71d7ed1eb48" providerId="LiveId" clId="{78A6032C-B284-4453-A12D-5D535CC033D4}" dt="2026-10-09T08:34:05.908" v="21"/>
        <pc:sldMkLst>
          <pc:docMk/>
          <pc:sldMk cId="1522831949" sldId="267"/>
        </pc:sldMkLst>
        <pc:spChg chg="mod">
          <ac:chgData name="Jesus Eduardo Villarreal Lopez" userId="c4dee71d7ed1eb48" providerId="LiveId" clId="{78A6032C-B284-4453-A12D-5D535CC033D4}" dt="2026-10-09T08:34:05.908" v="21"/>
          <ac:spMkLst>
            <pc:docMk/>
            <pc:sldMk cId="1522831949" sldId="267"/>
            <ac:spMk id="2" creationId="{F47863E7-AA61-03E7-4B8A-A0A50CE9A66E}"/>
          </ac:spMkLst>
        </pc:spChg>
        <pc:spChg chg="mod">
          <ac:chgData name="Jesus Eduardo Villarreal Lopez" userId="c4dee71d7ed1eb48" providerId="LiveId" clId="{78A6032C-B284-4453-A12D-5D535CC033D4}" dt="2026-10-09T08:34:01.104" v="20"/>
          <ac:spMkLst>
            <pc:docMk/>
            <pc:sldMk cId="1522831949" sldId="267"/>
            <ac:spMk id="3" creationId="{D44F5498-7B92-AE23-259B-0E1DC873EE3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12E74-D9E6-8677-CE57-D35B77742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A188FD-F0ED-2F30-783C-4AB59FC98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E280BC-C15C-9AB7-5CE2-8870B091D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5E0F57-4117-E1ED-BC0C-F0AC8DBE5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5F92B1-4F96-DE6C-6ABA-FF5A106DB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5058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D8797-5932-83E9-2D47-2726042C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570754-3D2C-0CC1-AE4B-39D0C4865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60C46B-CB9D-5C5F-DF8E-8CA5E0230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329C48-2166-ADD1-EAB5-64C722CE2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42EE91-76BE-4E1C-54E2-27F240CE4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519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4A97C-5F54-B82C-7F9D-DC425A70C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8672E2-A393-CFDD-C923-B4C07C6BF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C3DBB6-95D4-56AA-77E2-B67FCF94F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4EFD63-8309-08C3-E15E-D25478BFD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B03D41-37A3-1CE4-D5AB-F8668FD9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133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BB5EE-E04D-2D86-9F59-D11BDE9A8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5688F9-BADC-1473-D05C-C0E10B3B8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B0FD8A-504D-84D9-07BC-4D3A61902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2A3F40-A468-3AE3-D933-72F6CE286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46B49D-F294-26B8-F543-963A5C99C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91C7AC-6F2B-8AF6-DDBD-644D2B32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960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E1EBE-76B0-0B93-736A-D6089FC70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91F725-E903-6CC8-3083-567F49E3C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CA4DB0D-B2B1-E39A-C276-2C0B746FC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4DB060B-A8DD-76BF-D869-E01466D5E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C1F7FCD-0F88-859A-4356-32DBBB96A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793DAE-FC54-EFEC-1214-0D540662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0B70D39-8F39-6720-818E-2CC56402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8DAC6F3-B57C-4F7B-1177-B60A31F3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933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2254B-9975-CC75-BB84-D455C58E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2A7911-6ABC-AF19-688F-492DF02C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D036BF-7C34-9981-1F87-CB5F6511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4CCF91-B178-5928-EC1E-810AB1AF3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94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6A9425-D25B-8E2D-2D31-5E3C5A5D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C181D23-C17C-BD59-7197-B748A96B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E44F54-0782-2975-BE91-B7C4459C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8011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21544-9E90-EB08-970C-6E607100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CBC4E-9843-015D-C1ED-EFF8C7D20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DA56C3-F4AB-8D29-6FCD-064A026B1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0E76EF-36A7-02A5-4D42-52D9DBC9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23B5D4-F1BD-D238-841C-BA8BA0F1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7181CB-7BA8-4A2B-F10D-D4F898AB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9188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B6ABDC-BB6A-250B-958B-C685FB28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EBEEC4B-FA77-0090-9F5E-52A4D10B1C7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FED89C-1567-5251-0A53-F39E5D4A6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49D556-3799-3893-8A70-E01D20CBA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3EA4BF-8217-DE22-099D-A602AD58C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8AC62D-0997-0036-FD9A-541778BF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6446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01CA5-906B-89D2-BD13-37837910B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A1BF8A-5316-99D4-B778-2BE59A0E7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D75281-F6A8-FB75-BE0D-29437689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E54393-541C-3724-BB35-B962C7E2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FA21A8-DF15-A7CA-582D-7907554A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211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B3E6E1-1E06-ACC3-3E32-B4B08F00E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8C98A3-12A4-C130-1862-F973D6914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9C1AD4-440B-EFA2-3F8E-076752BC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064429-6091-A72B-E3F1-CC800F0FC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B1E47A-7C6E-AAC0-EF52-7246E985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552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48B9D7A-51FD-64C8-85EB-4807451F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58E556-7871-BF4E-97B0-E918D18FA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E7AAA5-6242-43FF-96E9-41B2A31BCA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BA5C1-7173-49F4-AA01-5F759022BA62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0B78F9-0D76-C394-C455-6D1A970BD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A3DA47-4934-4834-4043-4DB95E2D7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10B003-48B8-4AF6-B1BE-2745AD70AC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116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docs/" TargetMode="External"/><Relationship Id="rId2" Type="http://schemas.openxmlformats.org/officeDocument/2006/relationships/hyperlink" Target="https://expressj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ode-postgr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155FD-4400-1949-7D48-7D368E2F35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895BDC-BDC9-61B3-273B-FC49B249F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44E0FF-85CF-8086-1C12-CAEF875C7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2">
            <a:extLst>
              <a:ext uri="{FF2B5EF4-FFF2-40B4-BE49-F238E27FC236}">
                <a16:creationId xmlns:a16="http://schemas.microsoft.com/office/drawing/2014/main" id="{11515F15-8C63-BCBA-C520-411E4EBDD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48" y="582066"/>
            <a:ext cx="10284542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TECNOLOGICO NACIONAL DE MEXICO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INSTITUTO TECNOLOGICO DE FRONTERA COMALAPA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CARRERA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INGENIERIA EN SISTEMAS COMPUTACIONALES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MATERIA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TALLER DE BASE DE DATOS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TRABAJO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REPORTE DE PRACTICA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CATEDRATICO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ING.FRANCISCO JAVIER MINGO VELAZQUEZ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ESTUDIANTE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JESUS EDUARDO VILLARREAL LOPEZ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2412600</a:t>
            </a: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76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SEMESTRE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FRONTERA COMALAPA FECHA DE ENTREGA: 1</a:t>
            </a:r>
            <a:r>
              <a:rPr lang="es-MX" altLang="es-MX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8/09/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2026</a:t>
            </a: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1" descr="Logos Oficiales – Tecnológico Nacional de México">
            <a:extLst>
              <a:ext uri="{FF2B5EF4-FFF2-40B4-BE49-F238E27FC236}">
                <a16:creationId xmlns:a16="http://schemas.microsoft.com/office/drawing/2014/main" id="{3347955A-817B-95EA-3A08-8CEDC2B5B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1738" y="684442"/>
            <a:ext cx="2386188" cy="105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 descr="Secretaría de Educación Pública | Secretaría de Educación ...">
            <a:extLst>
              <a:ext uri="{FF2B5EF4-FFF2-40B4-BE49-F238E27FC236}">
                <a16:creationId xmlns:a16="http://schemas.microsoft.com/office/drawing/2014/main" id="{2C71FF88-6510-5D57-2CF8-71AF26ED7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3894" y="597455"/>
            <a:ext cx="2120900" cy="105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2" descr="TecNM | Tecnológico Nacional de México">
            <a:extLst>
              <a:ext uri="{FF2B5EF4-FFF2-40B4-BE49-F238E27FC236}">
                <a16:creationId xmlns:a16="http://schemas.microsoft.com/office/drawing/2014/main" id="{FC01F475-3377-5BBC-0FB9-EC1F7F16E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0449" y="597455"/>
            <a:ext cx="1980841" cy="126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4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94EB56-16A0-E860-C468-48FD1CB70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s-MX" sz="4800" b="1" dirty="0"/>
              <a:t>INTRODUCCIÓN</a:t>
            </a:r>
            <a:endParaRPr lang="es-MX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0C6CCB-9A1F-6BF0-1B25-E9C0F1E0F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s-MX" sz="2200" b="1"/>
          </a:p>
          <a:p>
            <a:r>
              <a:rPr lang="es-MX" sz="2200"/>
              <a:t>Las arquitecturas de software basadas en microservicios y REST APIs con </a:t>
            </a:r>
            <a:r>
              <a:rPr lang="es-MX" sz="2200" b="1"/>
              <a:t>Node.js</a:t>
            </a:r>
            <a:r>
              <a:rPr lang="es-MX" sz="2200"/>
              <a:t> ofrecen un rendimiento óptimo debido al manejo asíncrono e impulsado por eventos que proporciona su motor JavaScript. En este reporte se presenta la guía paso a paso para la construcción, configuración y ejecución de una API REST destinada a la administración de un sistema de cafetería (cafeteria-api). El proyecto implementa un entorno modular configurado mediante variables de entorno en </a:t>
            </a:r>
            <a:r>
              <a:rPr lang="es-MX" sz="2200" b="1"/>
              <a:t>Visual Studio Code</a:t>
            </a:r>
            <a:r>
              <a:rPr lang="es-MX" sz="2200"/>
              <a:t> y conectado a un motor de base de datos </a:t>
            </a:r>
            <a:r>
              <a:rPr lang="es-MX" sz="2200" b="1"/>
              <a:t>PostgreSQL</a:t>
            </a:r>
            <a:r>
              <a:rPr lang="es-MX" sz="2200"/>
              <a:t> (cafeteria_db).</a:t>
            </a:r>
          </a:p>
          <a:p>
            <a:endParaRPr lang="es-MX" sz="2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938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622A16-9BBC-3FAB-E14A-EEFF1539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JUSTIFICACION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FDEAC6-8C97-3A06-F3EE-E35940E98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s-MX" b="1" dirty="0"/>
          </a:p>
          <a:p>
            <a:pPr lvl="0"/>
            <a:r>
              <a:rPr lang="es-MX" dirty="0"/>
              <a:t>Estructurar una aplicación </a:t>
            </a:r>
            <a:r>
              <a:rPr lang="es-MX" dirty="0" err="1"/>
              <a:t>RESTful</a:t>
            </a:r>
            <a:r>
              <a:rPr lang="es-MX" dirty="0"/>
              <a:t> modular en Node.js usando la herramienta Visual Studio Code. </a:t>
            </a:r>
          </a:p>
          <a:p>
            <a:pPr lvl="0"/>
            <a:r>
              <a:rPr lang="es-MX" dirty="0"/>
              <a:t>Configurar la seguridad de credenciales y parámetros del servidor mediante variables de entorno en un archivo .</a:t>
            </a:r>
            <a:r>
              <a:rPr lang="es-MX" dirty="0" err="1"/>
              <a:t>env</a:t>
            </a:r>
            <a:r>
              <a:rPr lang="es-MX" dirty="0"/>
              <a:t>. </a:t>
            </a:r>
          </a:p>
          <a:p>
            <a:pPr lvl="0"/>
            <a:r>
              <a:rPr lang="es-MX" dirty="0"/>
              <a:t>Establecer la conexión con una base de datos relacional PostgreSQL (</a:t>
            </a:r>
            <a:r>
              <a:rPr lang="es-MX" dirty="0" err="1"/>
              <a:t>cafeteria_db</a:t>
            </a:r>
            <a:r>
              <a:rPr lang="es-MX" dirty="0"/>
              <a:t>) corriendo localmente en el puerto 5432. </a:t>
            </a:r>
          </a:p>
          <a:p>
            <a:pPr lvl="0"/>
            <a:r>
              <a:rPr lang="es-MX" dirty="0"/>
              <a:t>Implementar la ejecución continua del servidor en desarrollo utilizando herramientas de recarga automática como </a:t>
            </a:r>
            <a:r>
              <a:rPr lang="es-MX" dirty="0" err="1"/>
              <a:t>nodemon</a:t>
            </a:r>
            <a:r>
              <a:rPr lang="es-MX" dirty="0"/>
              <a:t>.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20796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CFA7DD-5365-2855-0084-4F4B0FF8F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s-MX" sz="4800" b="1"/>
              <a:t>Inicialización del Proyecto en VS Code</a:t>
            </a:r>
            <a:endParaRPr lang="es-MX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D0A604-87A3-1ADA-CBA5-7616F8DD0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2933321"/>
            <a:ext cx="5150277" cy="289703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C2DFC6-4893-DA96-4988-5CE098E98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 fontScale="85000" lnSpcReduction="20000"/>
          </a:bodyPr>
          <a:lstStyle/>
          <a:p>
            <a:pPr lvl="0"/>
            <a:r>
              <a:rPr lang="es-MX" sz="2000" dirty="0"/>
              <a:t>Se creó el directorio de trabajo </a:t>
            </a:r>
            <a:r>
              <a:rPr lang="es-MX" sz="2000" dirty="0" err="1"/>
              <a:t>cafeteria</a:t>
            </a:r>
            <a:r>
              <a:rPr lang="es-MX" sz="2000" dirty="0"/>
              <a:t>-api y se abrió dentro de Visual Studio Code. </a:t>
            </a:r>
          </a:p>
          <a:p>
            <a:pPr lvl="0"/>
            <a:r>
              <a:rPr lang="es-MX" sz="2000" dirty="0"/>
              <a:t>Se inicializó el archivo de configuración </a:t>
            </a:r>
            <a:r>
              <a:rPr lang="es-MX" sz="2000" dirty="0" err="1"/>
              <a:t>package.json</a:t>
            </a:r>
            <a:r>
              <a:rPr lang="es-MX" sz="2000" dirty="0"/>
              <a:t> mediante la terminal integrada: </a:t>
            </a:r>
          </a:p>
          <a:p>
            <a:pPr marL="0" lvl="0" indent="0">
              <a:buNone/>
            </a:pPr>
            <a:endParaRPr lang="es-MX" sz="2000" dirty="0"/>
          </a:p>
          <a:p>
            <a:pPr marL="0" lvl="0" indent="0">
              <a:buNone/>
            </a:pPr>
            <a:r>
              <a:rPr lang="es-MX" sz="2000" dirty="0"/>
              <a:t> “</a:t>
            </a:r>
            <a:r>
              <a:rPr lang="es-MX" sz="2000" dirty="0" err="1"/>
              <a:t>npm</a:t>
            </a:r>
            <a:r>
              <a:rPr lang="es-MX" sz="2000" dirty="0"/>
              <a:t> </a:t>
            </a:r>
            <a:r>
              <a:rPr lang="es-MX" sz="2000" dirty="0" err="1"/>
              <a:t>init</a:t>
            </a:r>
            <a:r>
              <a:rPr lang="es-MX" sz="2000" dirty="0"/>
              <a:t> –y”</a:t>
            </a:r>
          </a:p>
          <a:p>
            <a:pPr marL="0" lvl="0" indent="0">
              <a:buNone/>
            </a:pPr>
            <a:endParaRPr lang="es-MX" sz="2000" dirty="0"/>
          </a:p>
          <a:p>
            <a:r>
              <a:rPr lang="es-MX" sz="2000" dirty="0"/>
              <a:t>Se instalaron las dependencias necesarias para la API REST y la conexión con PostgreSQL: </a:t>
            </a:r>
          </a:p>
          <a:p>
            <a:pPr marL="0" indent="0">
              <a:buNone/>
            </a:pPr>
            <a:r>
              <a:rPr lang="es-MX" sz="2000" dirty="0"/>
              <a:t> “</a:t>
            </a:r>
            <a:r>
              <a:rPr lang="es-MX" sz="2000" dirty="0" err="1"/>
              <a:t>npm</a:t>
            </a:r>
            <a:r>
              <a:rPr lang="es-MX" sz="2000" dirty="0"/>
              <a:t> </a:t>
            </a:r>
            <a:r>
              <a:rPr lang="es-MX" sz="2000" dirty="0" err="1"/>
              <a:t>install</a:t>
            </a:r>
            <a:r>
              <a:rPr lang="es-MX" sz="2000" dirty="0"/>
              <a:t> </a:t>
            </a:r>
            <a:r>
              <a:rPr lang="es-MX" sz="2000" dirty="0" err="1"/>
              <a:t>express</a:t>
            </a:r>
            <a:r>
              <a:rPr lang="es-MX" sz="2000" dirty="0"/>
              <a:t> </a:t>
            </a:r>
            <a:r>
              <a:rPr lang="es-MX" sz="2000" dirty="0" err="1"/>
              <a:t>pg</a:t>
            </a:r>
            <a:r>
              <a:rPr lang="es-MX" sz="2000" dirty="0"/>
              <a:t> </a:t>
            </a:r>
            <a:r>
              <a:rPr lang="es-MX" sz="2000" dirty="0" err="1"/>
              <a:t>dotenv</a:t>
            </a:r>
            <a:r>
              <a:rPr lang="es-MX" sz="2000" dirty="0"/>
              <a:t> </a:t>
            </a:r>
            <a:r>
              <a:rPr lang="es-MX" sz="2000" dirty="0" err="1"/>
              <a:t>cors</a:t>
            </a:r>
            <a:r>
              <a:rPr lang="es-MX" sz="2000" dirty="0"/>
              <a:t>”</a:t>
            </a:r>
          </a:p>
          <a:p>
            <a:pPr marL="0" indent="0">
              <a:buNone/>
            </a:pPr>
            <a:r>
              <a:rPr lang="es-MX" sz="2000" dirty="0"/>
              <a:t> “</a:t>
            </a:r>
            <a:r>
              <a:rPr lang="es-MX" sz="2000" dirty="0" err="1"/>
              <a:t>npm</a:t>
            </a:r>
            <a:r>
              <a:rPr lang="es-MX" sz="2000" dirty="0"/>
              <a:t> </a:t>
            </a:r>
            <a:r>
              <a:rPr lang="es-MX" sz="2000" dirty="0" err="1"/>
              <a:t>install</a:t>
            </a:r>
            <a:r>
              <a:rPr lang="es-MX" sz="2000" dirty="0"/>
              <a:t> --</a:t>
            </a:r>
            <a:r>
              <a:rPr lang="es-MX" sz="2000" dirty="0" err="1"/>
              <a:t>save-dev</a:t>
            </a:r>
            <a:r>
              <a:rPr lang="es-MX" sz="2000" dirty="0"/>
              <a:t> </a:t>
            </a:r>
            <a:r>
              <a:rPr lang="es-MX" sz="2000" dirty="0" err="1"/>
              <a:t>nodemon</a:t>
            </a:r>
            <a:r>
              <a:rPr lang="es-MX" sz="2000" dirty="0"/>
              <a:t>”</a:t>
            </a:r>
          </a:p>
          <a:p>
            <a:pPr marL="0" lvl="0" indent="0">
              <a:buNone/>
            </a:pPr>
            <a:endParaRPr lang="es-MX" sz="2000" dirty="0"/>
          </a:p>
          <a:p>
            <a:endParaRPr lang="es-MX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735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E547C9-DCF6-796D-A4CE-A91510E6D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s-MX" sz="4100" b="1"/>
              <a:t>Configuración de Variables de Entorno (.env)</a:t>
            </a:r>
            <a:endParaRPr lang="es-MX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213D5C9-A2E0-CB74-8699-C4015CE55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2933321"/>
            <a:ext cx="5150277" cy="289703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303F5-9AFD-0991-46B0-B34F035A3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MX" sz="1600"/>
              <a:t>Para desacoplar las credenciales sensibles del código fuente, se creó un archivo </a:t>
            </a:r>
            <a:r>
              <a:rPr lang="es-MX" sz="1600" b="1"/>
              <a:t>.env</a:t>
            </a:r>
            <a:r>
              <a:rPr lang="es-MX" sz="1600"/>
              <a:t> en la raíz del proyecto con la configuración de puerto y conexión a la base de datos cafeteria_db: </a:t>
            </a:r>
          </a:p>
          <a:p>
            <a:endParaRPr lang="es-MX" sz="1600"/>
          </a:p>
          <a:p>
            <a:r>
              <a:rPr lang="es-MX" sz="1600"/>
              <a:t>PORT=3000</a:t>
            </a:r>
          </a:p>
          <a:p>
            <a:r>
              <a:rPr lang="es-MX" sz="1600"/>
              <a:t>DB_USER=postgres</a:t>
            </a:r>
          </a:p>
          <a:p>
            <a:r>
              <a:rPr lang="es-MX" sz="1600"/>
              <a:t>DB_PASSWORD=tu_contraseña_aqui</a:t>
            </a:r>
          </a:p>
          <a:p>
            <a:r>
              <a:rPr lang="es-MX" sz="1600"/>
              <a:t>DB_HOST=localhost</a:t>
            </a:r>
          </a:p>
          <a:p>
            <a:r>
              <a:rPr lang="es-MX" sz="1600"/>
              <a:t>DB_PORT=5432</a:t>
            </a:r>
          </a:p>
          <a:p>
            <a:r>
              <a:rPr lang="es-MX" sz="1600"/>
              <a:t>DB_DATABASE=cafeteria_db</a:t>
            </a:r>
          </a:p>
          <a:p>
            <a:endParaRPr lang="es-MX" sz="16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29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291D74-3132-DCDC-66F1-8C1AE4BB7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s-MX" sz="4100" b="1"/>
              <a:t>Configuración del Driver de Base de Datos (src/db.js)</a:t>
            </a:r>
            <a:endParaRPr lang="es-MX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7B4144-9BAE-FCA1-3324-AD6ADBE90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2933321"/>
            <a:ext cx="5150277" cy="289703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BBB901-C293-645D-B98F-3DC8CA5AA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MX" sz="2000"/>
              <a:t>Se creó el módulo de conexión con el cliente pg (PostgreSQL) para reutilizar las consultas en el servidor:</a:t>
            </a:r>
          </a:p>
          <a:p>
            <a:endParaRPr lang="es-MX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E88081-E859-0787-7368-8A5A5273B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s-MX" sz="4100" b="1"/>
              <a:t>Implementación del Servidor Principal (src/index.js)</a:t>
            </a:r>
            <a:endParaRPr lang="es-MX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D6A086-E167-48D3-32EB-09B48D321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2946197"/>
            <a:ext cx="5150277" cy="2871279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E60EEF-1AD3-BEA9-23C5-058D20514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MX" sz="2000"/>
              <a:t>En la carpeta src, se construyó el punto de entrada de la aplicación index.js, inicializando Express y cargando dinámicamente las variables de entorno mediante dotenv: </a:t>
            </a:r>
          </a:p>
          <a:p>
            <a:endParaRPr lang="es-MX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68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6394D2-F1F1-BF31-F78C-03A2B68C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s-MX" b="1" dirty="0"/>
              <a:t>Configuración de Scripts en </a:t>
            </a:r>
            <a:r>
              <a:rPr lang="es-MX" b="1"/>
              <a:t>package.json</a:t>
            </a:r>
            <a:endParaRPr lang="es-MX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1BA874F-F35B-7720-E844-EDFBFF30F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2933321"/>
            <a:ext cx="5150277" cy="289703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58D3A5-556D-0D59-32C0-55D3B83DD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MX" sz="2000"/>
              <a:t>Se configuró el script de desarrollo para automatizar el reinicio del servidor con nodemon tras realizar cambios en la carpeta src/: </a:t>
            </a:r>
          </a:p>
          <a:p>
            <a:endParaRPr lang="es-MX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67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4BFE0A-BE1B-4F05-75E6-E1E9155CD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s-MX" sz="4800" b="1"/>
              <a:t>Compilación, Ejecución y Verificación</a:t>
            </a:r>
            <a:endParaRPr lang="es-MX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D87C7F-4783-88ED-FF58-9B4CDBB39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2933321"/>
            <a:ext cx="5150277" cy="289703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208DC3-9049-05A0-1094-9543BAB4C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pPr lvl="0"/>
            <a:r>
              <a:rPr lang="es-MX" sz="2000"/>
              <a:t>Desde la terminal integrada de VS Code (PS C:\Users\jesus\OneDrive\Desktop\EjerciciosTBD\cafeteria-api&gt;), se lanzó el comando de ejecución en modo desarrollo: </a:t>
            </a:r>
          </a:p>
          <a:p>
            <a:endParaRPr lang="es-MX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98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619D41-DC35-8A23-0ADB-FF7BB939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s-MX" sz="4800" b="1" dirty="0"/>
              <a:t>CONCLUSIÓN</a:t>
            </a:r>
            <a:endParaRPr lang="es-MX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0D97C2-2035-5FD7-133E-7A46794EF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s-MX" sz="2400" b="1" dirty="0"/>
          </a:p>
          <a:p>
            <a:r>
              <a:rPr lang="es-MX" sz="2400" dirty="0"/>
              <a:t>Se logró construir e inicializar la API REST </a:t>
            </a:r>
            <a:r>
              <a:rPr lang="es-MX" sz="2400" dirty="0" err="1"/>
              <a:t>cafeteria</a:t>
            </a:r>
            <a:r>
              <a:rPr lang="es-MX" sz="2400" dirty="0"/>
              <a:t>-api de manera satisfactoria en el entorno de Visual Studio Code. La integración del módulo </a:t>
            </a:r>
            <a:r>
              <a:rPr lang="es-MX" sz="2400" dirty="0" err="1"/>
              <a:t>dotenv</a:t>
            </a:r>
            <a:r>
              <a:rPr lang="es-MX" sz="2400" dirty="0"/>
              <a:t> aseguró la protección de credenciales de PostgreSQL (</a:t>
            </a:r>
            <a:r>
              <a:rPr lang="es-MX" sz="2400" dirty="0" err="1"/>
              <a:t>cafeteria_db</a:t>
            </a:r>
            <a:r>
              <a:rPr lang="es-MX" sz="2400" dirty="0"/>
              <a:t>), mientras que la configuración con </a:t>
            </a:r>
            <a:r>
              <a:rPr lang="es-MX" sz="2400" dirty="0" err="1"/>
              <a:t>nodemon</a:t>
            </a:r>
            <a:r>
              <a:rPr lang="es-MX" sz="2400" dirty="0"/>
              <a:t> optimizó el flujo de trabajo en desarrollo, permitiendo que la aplicación quede lista para exponer </a:t>
            </a:r>
            <a:r>
              <a:rPr lang="es-MX" sz="2400" dirty="0" err="1"/>
              <a:t>endpoints</a:t>
            </a:r>
            <a:r>
              <a:rPr lang="es-MX" sz="2400" dirty="0"/>
              <a:t> HTTP CRUD e interactuar con clientes REST o clientes web. </a:t>
            </a:r>
          </a:p>
          <a:p>
            <a:endParaRPr lang="es-MX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287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7863E7-AA61-03E7-4B8A-A0A50CE9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s-MX" sz="4800" b="1" dirty="0"/>
              <a:t>FUENTES DE INFORMACIÓN</a:t>
            </a:r>
            <a:endParaRPr lang="es-MX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4F5498-7B92-AE23-259B-0E1DC873E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es-MX" sz="2000" b="1"/>
              <a:t>Express.js Team.</a:t>
            </a:r>
            <a:r>
              <a:rPr lang="es-MX" sz="2000"/>
              <a:t> (2026). </a:t>
            </a:r>
            <a:r>
              <a:rPr lang="es-MX" sz="2000" i="1"/>
              <a:t>Express - Fast, unopinionated, minimalist web framework for Node.js</a:t>
            </a:r>
            <a:r>
              <a:rPr lang="es-MX" sz="2000"/>
              <a:t>. Recuperado de </a:t>
            </a:r>
            <a:r>
              <a:rPr lang="es-MX" sz="2000">
                <a:hlinkClick r:id="rId2"/>
              </a:rPr>
              <a:t>https://expressjs.com/</a:t>
            </a:r>
            <a:endParaRPr lang="es-MX" sz="2000"/>
          </a:p>
          <a:p>
            <a:pPr lvl="0"/>
            <a:r>
              <a:rPr lang="es-MX" sz="2000" b="1"/>
              <a:t>Node.js Foundation.</a:t>
            </a:r>
            <a:r>
              <a:rPr lang="es-MX" sz="2000"/>
              <a:t> (2026). </a:t>
            </a:r>
            <a:r>
              <a:rPr lang="es-MX" sz="2000" i="1"/>
              <a:t>Node.js v20 LTS Documentation &amp; Event-Driven Architecture</a:t>
            </a:r>
            <a:r>
              <a:rPr lang="es-MX" sz="2000"/>
              <a:t>. Recuperado de </a:t>
            </a:r>
            <a:r>
              <a:rPr lang="es-MX" sz="2000">
                <a:hlinkClick r:id="rId3"/>
              </a:rPr>
              <a:t>https://nodejs.org/docs/</a:t>
            </a:r>
            <a:endParaRPr lang="es-MX" sz="2000"/>
          </a:p>
          <a:p>
            <a:pPr lvl="0"/>
            <a:r>
              <a:rPr lang="es-MX" sz="2000" b="1"/>
              <a:t>PostgreSQL Global Development Group.</a:t>
            </a:r>
            <a:r>
              <a:rPr lang="es-MX" sz="2000"/>
              <a:t> (2026). </a:t>
            </a:r>
            <a:r>
              <a:rPr lang="es-MX" sz="2000" i="1"/>
              <a:t>node-postgres (pg) Documentation: Connecting Node to PostgreSQL</a:t>
            </a:r>
            <a:r>
              <a:rPr lang="es-MX" sz="2000"/>
              <a:t>. Recuperado de </a:t>
            </a:r>
            <a:r>
              <a:rPr lang="es-MX" sz="2000">
                <a:hlinkClick r:id="rId4"/>
              </a:rPr>
              <a:t>https://node-postgres.com/</a:t>
            </a:r>
            <a:endParaRPr lang="es-MX" sz="2000"/>
          </a:p>
          <a:p>
            <a:pPr lvl="0"/>
            <a:r>
              <a:rPr lang="es-MX" sz="2000" b="1"/>
              <a:t>Subramanian, V.</a:t>
            </a:r>
            <a:r>
              <a:rPr lang="es-MX" sz="2000"/>
              <a:t> (2022). </a:t>
            </a:r>
            <a:r>
              <a:rPr lang="es-MX" sz="2000" i="1"/>
              <a:t>Pro MERN Stack: Full Stack Web App Development with Mongo, Express, React, and Node</a:t>
            </a:r>
            <a:r>
              <a:rPr lang="es-MX" sz="2000"/>
              <a:t> (2nd ed.). Apress.</a:t>
            </a:r>
          </a:p>
          <a:p>
            <a:endParaRPr lang="es-MX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319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708</Words>
  <Application>Microsoft Office PowerPoint</Application>
  <PresentationFormat>Panorámica</PresentationFormat>
  <Paragraphs>60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Tema de Office</vt:lpstr>
      <vt:lpstr>o</vt:lpstr>
      <vt:lpstr>INTRODUCCIÓN</vt:lpstr>
      <vt:lpstr>JUSTIFICACION</vt:lpstr>
      <vt:lpstr>Inicialización del Proyecto en VS Code</vt:lpstr>
      <vt:lpstr>Configuración de Variables de Entorno (.env)</vt:lpstr>
      <vt:lpstr>Configuración del Driver de Base de Datos (src/db.js)</vt:lpstr>
      <vt:lpstr>Implementación del Servidor Principal (src/index.js)</vt:lpstr>
      <vt:lpstr>Configuración de Scripts en package.json</vt:lpstr>
      <vt:lpstr>Compilación, Ejecución y Verificación</vt:lpstr>
      <vt:lpstr>CONCLUSIÓN</vt:lpstr>
      <vt:lpstr>FUENTES DE INFORMACIÓN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Jesus Eduardo Villarreal Lopez</dc:creator>
  <cp:lastModifiedBy>Jesus Eduardo Villarreal Lopez</cp:lastModifiedBy>
  <cp:revision>1</cp:revision>
  <dcterms:created xsi:type="dcterms:W3CDTF">2026-10-09T07:24:52Z</dcterms:created>
  <dcterms:modified xsi:type="dcterms:W3CDTF">2026-10-09T08:34:53Z</dcterms:modified>
</cp:coreProperties>
</file>